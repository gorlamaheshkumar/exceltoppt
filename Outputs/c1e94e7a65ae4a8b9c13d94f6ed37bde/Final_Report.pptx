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INC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640</c:v>
                </c:pt>
                <c:pt idx="1">
                  <c:v>196</c:v>
                </c:pt>
                <c:pt idx="2">
                  <c:v>177</c:v>
                </c:pt>
                <c:pt idx="3">
                  <c:v>1725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456</c:v>
                </c:pt>
                <c:pt idx="1">
                  <c:v>460</c:v>
                </c:pt>
                <c:pt idx="2">
                  <c:v>637</c:v>
                </c:pt>
                <c:pt idx="3">
                  <c:v>1885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400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RITM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62</c:v>
                </c:pt>
                <c:pt idx="1">
                  <c:v>33</c:v>
                </c:pt>
                <c:pt idx="2">
                  <c:v>53</c:v>
                </c:pt>
                <c:pt idx="3">
                  <c:v>54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21</c:v>
                </c:pt>
                <c:pt idx="1">
                  <c:v>7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14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INC Created by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1075</c:v>
                </c:pt>
                <c:pt idx="1">
                  <c:v>5</c:v>
                </c:pt>
                <c:pt idx="2">
                  <c:v>17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639</c:v>
                </c:pt>
                <c:pt idx="1">
                  <c:v>6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802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3117</c:v>
                </c:pt>
                <c:pt idx="1">
                  <c:v>482</c:v>
                </c:pt>
                <c:pt idx="2">
                  <c:v>19</c:v>
                </c:pt>
                <c:pt idx="3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INC Resolved by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1033</c:v>
                </c:pt>
                <c:pt idx="1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619</c:v>
                </c:pt>
                <c:pt idx="1">
                  <c:v>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797</c:v>
                </c:pt>
                <c:pt idx="1">
                  <c:v>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3105</c:v>
                </c:pt>
                <c:pt idx="1">
                  <c:v>508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INC Stats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1099</c:v>
                </c:pt>
                <c:pt idx="1">
                  <c:v>920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669</c:v>
                </c:pt>
                <c:pt idx="1">
                  <c:v>660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960</c:v>
                </c:pt>
                <c:pt idx="1">
                  <c:v>814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3613</c:v>
                </c:pt>
                <c:pt idx="1">
                  <c:v>2993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INC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INCs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9</c:v>
                </c:pt>
                <c:pt idx="2">
                  <c:v>92</c:v>
                </c:pt>
                <c:pt idx="3">
                  <c:v>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INCs Resolved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920</c:v>
                </c:pt>
                <c:pt idx="1">
                  <c:v>660</c:v>
                </c:pt>
                <c:pt idx="2">
                  <c:v>814</c:v>
                </c:pt>
                <c:pt idx="3">
                  <c:v>2993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INCs Created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1099</c:v>
                </c:pt>
                <c:pt idx="1">
                  <c:v>669</c:v>
                </c:pt>
                <c:pt idx="2">
                  <c:v>906</c:v>
                </c:pt>
                <c:pt idx="3">
                  <c:v>3613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RITMs Resolved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RITMs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37</c:v>
                </c:pt>
                <c:pt idx="2">
                  <c:v>23</c:v>
                </c:pt>
                <c:pt idx="3">
                  <c:v>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RITMs Fulfilled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15</c:v>
                </c:pt>
                <c:pt idx="2">
                  <c:v>33</c:v>
                </c:pt>
                <c:pt idx="3">
                  <c:v>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RITMs Created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26</c:v>
                </c:pt>
                <c:pt idx="1">
                  <c:v>Week 27</c:v>
                </c:pt>
                <c:pt idx="2">
                  <c:v>Week 28</c:v>
                </c:pt>
                <c:pt idx="3">
                  <c:v>Week 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63</c:v>
                </c:pt>
                <c:pt idx="1">
                  <c:v>52</c:v>
                </c:pt>
                <c:pt idx="2">
                  <c:v>56</c:v>
                </c:pt>
                <c:pt idx="3">
                  <c:v>61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2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9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Changes Requests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7</c:v>
                </c:pt>
                <c:pt idx="2">
                  <c:v>1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27</c:v>
                </c:pt>
                <c:pt idx="1">
                  <c:v>4</c:v>
                </c:pt>
                <c:pt idx="2">
                  <c:v>2</c:v>
                </c:pt>
                <c:pt idx="3">
                  <c:v>10</c:v>
                </c:pt>
                <c:pt idx="4">
                  <c:v>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2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6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/>
            </a:pPr>
            <a:r>
              <a:t>Change Closure Status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27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28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44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29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41200" y="651600"/>
          <a:ext cx="5576400" cy="236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71200" y="651600"/>
          <a:ext cx="5576400" cy="236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8400" y="633600"/>
          <a:ext cx="4777200" cy="229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77200" y="633600"/>
          <a:ext cx="5007600" cy="2296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08400" y="3510000"/>
          <a:ext cx="4777200" cy="2437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98400" y="820799"/>
          <a:ext cx="4914000" cy="291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83600" y="820799"/>
          <a:ext cx="4914000" cy="291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80800" y="590400"/>
          <a:ext cx="5511600" cy="2746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54400" y="590400"/>
          <a:ext cx="5958000" cy="273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0800" y="680400"/>
          <a:ext cx="5785200" cy="29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/>
                <a:gridCol w="578520"/>
                <a:gridCol w="578520"/>
                <a:gridCol w="578520"/>
                <a:gridCol w="578520"/>
              </a:tblGrid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INC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29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159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184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58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21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482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Desktop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731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290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221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2440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243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390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428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Network Automation Platform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ATT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740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1099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657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814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3613</a:t>
                      </a:r>
                    </a:p>
                  </a:txBody>
                  <a:tcPr anchor="ctr" marL="36000" marR="36000" marT="36000" marB="3600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46000" y="680400"/>
          <a:ext cx="5662800" cy="306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680"/>
                <a:gridCol w="566280"/>
                <a:gridCol w="566280"/>
                <a:gridCol w="566280"/>
                <a:gridCol w="566280"/>
              </a:tblGrid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RITM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29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27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 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Voice Services-Telephony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VPN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40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58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61</a:t>
                      </a:r>
                    </a:p>
                  </a:txBody>
                  <a:tcPr anchor="ctr" marL="36000" marR="36000" marT="36000" marB="36000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0800" y="3798000"/>
          <a:ext cx="5785200" cy="25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/>
                <a:gridCol w="578520"/>
                <a:gridCol w="578520"/>
                <a:gridCol w="578520"/>
                <a:gridCol w="578520"/>
              </a:tblGrid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Change Requests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29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13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33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15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anchor="ctr" marL="36000" marR="36000" marT="36000" marB="36000"/>
                </a:tc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anchor="ctr" marL="36000" marR="36000" marT="36000" marB="36000"/>
                </a:tc>
              </a:tr>
              <a:tr h="19246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55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36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47</a:t>
                      </a:r>
                    </a:p>
                  </a:txBody>
                  <a:tcPr anchor="ctr"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68</a:t>
                      </a:r>
                    </a:p>
                  </a:txBody>
                  <a:tcPr anchor="ctr" marL="36000" marR="36000" marT="36000" marB="360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